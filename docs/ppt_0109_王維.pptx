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57" r:id="rId5"/>
    <p:sldId id="258" r:id="rId6"/>
    <p:sldId id="259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932574-EFAD-0BBF-4B59-E0C699D94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AACC41-3961-5FDD-265A-388248A76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C258B2-670A-FAE6-5ADC-3D4EF712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61AB09-6A7D-DF07-FE95-F6B5B68A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97DFF2-9AEE-44CB-06E2-1FFE8D2B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94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B1575-DAAF-D141-623F-B776F052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F09763-DF58-6B3C-7532-484B3AA15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647171-7311-ED6A-BB64-FCEE075C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A976DA-53A5-AE70-4286-AB63F6B6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D094CF-F348-1281-E18D-A10CEC79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64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2028FD-0602-6CF8-F66B-5B112D92C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21E260-2845-32C2-565C-B5A24AAAC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2AA444-74BC-EA2A-1D0C-0820F417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7C26E6-90A7-C42F-D35D-9424C20A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81B4FE-4EBD-44D9-BE94-2FF4545F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1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DE7BC-23F0-D0E2-1C3A-96CDDFB8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E367FF-9857-F943-0781-A84D0237F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BE095B-5E9C-2764-CEAE-3C766DF44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FD517C-42DB-84DF-F82A-7F524C6C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421882-53A3-CA26-DFC5-8ECA94BDB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1EF74E-6326-EA81-5043-95D9FC31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23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96D4A-75D1-2F60-A0EB-E2A945C4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E10BBF-9382-3485-165B-FE5D6F229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2EA941-59BF-D1E6-684E-F323A283C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64849-FB3D-28C6-84D5-A71139801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AEC7B3-54B5-9272-F52B-9DD147ED8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E12AA13-27F6-7FCC-CC78-29E582EA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678AFE8-49C1-5930-40C7-E8438E0E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622774-D4C9-41EC-00B4-095DF0B5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97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ED6F5-0134-9761-B920-605E21C7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BD43B58-7D2D-5A53-A34E-F6736F42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E5059C-39D7-6368-7CC1-962A4F3C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B8A515-442C-CAB6-17CA-20851A75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939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EFEA224-54DD-26B4-0507-607141E0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D3A959-CFC1-3FE5-0968-3CBE54AC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FAC0F8-7BE4-71BB-577C-879D4995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7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92CE4-1851-4DA2-9393-EA611806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89CE88-4069-43F4-D8C1-121322F9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6E1F55-4668-8BFB-D0CF-B87CC75CF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843BAD-665A-D31C-783E-FED3A8B2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7132A0-CF79-70F5-7B0B-7B902B95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9688E-AA2E-2C53-FC75-714666D3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1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0A7E7-ECE8-4592-5821-0C58C948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3E8EB61-E356-2C87-8772-9A7F85295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FFB92D7-223F-6A43-3BAA-A05320F08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ED3B6D-9D0B-58FD-A715-35FC6A50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CCF9D0-BA94-B72E-864F-4E4DF252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517975-6AD0-ED94-87E0-81A36AE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93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0D7AE-6E23-9CA4-F56E-2486D65A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659107-2873-F5A0-4DDF-DF8841E70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05B728-1D07-1DB6-EDCB-D22C979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795C15-5F38-B388-9154-1E02C9F1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21CDB0-4EA2-8002-31A7-841BD9A3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52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CFD2C3-568D-86C9-FCA2-2EF315A4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9018A1-2090-62CB-F3F6-CA00CC385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026825-5445-88DE-4A5C-77708465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DE8C3-63D5-0A4F-2A7F-8E78ACB3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32408-1CC2-631F-FE8F-DE38C994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93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6F287F-B88F-C01A-F172-608DF24C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05B87E-47EF-797E-1C8E-996834FFC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5170F8-4BE8-2420-424F-763461E15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6BBAE-01E1-4C58-A14B-7CFFA49BAF6E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E3C067-75E6-51B5-11CF-57CDA681C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53FFBA-096B-97F2-825F-0F1B5460D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02032-E9EE-49ED-B834-2C4E74FFB0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83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80FD35-1524-1E29-9124-9766A9205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怡仁 </a:t>
            </a:r>
            <a:r>
              <a:rPr lang="en-US" altLang="zh-TW" sz="4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–</a:t>
            </a:r>
            <a:r>
              <a:rPr lang="zh-TW" altLang="en-US" sz="4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急診預登錄</a:t>
            </a:r>
            <a:r>
              <a:rPr lang="en-US" altLang="zh-TW" sz="4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sz="40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檢傷系統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23E9AC-6646-BA1A-AD28-1D5367D2FEF0}"/>
              </a:ext>
            </a:extLst>
          </p:cNvPr>
          <p:cNvSpPr txBox="1"/>
          <p:nvPr/>
        </p:nvSpPr>
        <p:spPr>
          <a:xfrm>
            <a:off x="5332009" y="3546280"/>
            <a:ext cx="1527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2026/01/08</a:t>
            </a:r>
            <a:endParaRPr lang="zh-TW" altLang="en-US" sz="2000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88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6F3D155-597C-53B6-35DE-DDE677061006}"/>
              </a:ext>
            </a:extLst>
          </p:cNvPr>
          <p:cNvSpPr txBox="1"/>
          <p:nvPr/>
        </p:nvSpPr>
        <p:spPr>
          <a:xfrm>
            <a:off x="757084" y="66859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計畫概述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C6F787D-2EDA-5CB0-2FDA-25AB8465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265498"/>
              </p:ext>
            </p:extLst>
          </p:nvPr>
        </p:nvGraphicFramePr>
        <p:xfrm>
          <a:off x="884903" y="2962321"/>
          <a:ext cx="10422193" cy="17219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1020">
                  <a:extLst>
                    <a:ext uri="{9D8B030D-6E8A-4147-A177-3AD203B41FA5}">
                      <a16:colId xmlns:a16="http://schemas.microsoft.com/office/drawing/2014/main" val="419733369"/>
                    </a:ext>
                  </a:extLst>
                </a:gridCol>
                <a:gridCol w="7551173">
                  <a:extLst>
                    <a:ext uri="{9D8B030D-6E8A-4147-A177-3AD203B41FA5}">
                      <a16:colId xmlns:a16="http://schemas.microsoft.com/office/drawing/2014/main" val="608358186"/>
                    </a:ext>
                  </a:extLst>
                </a:gridCol>
              </a:tblGrid>
              <a:tr h="44181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查核點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452649"/>
                  </a:ext>
                </a:extLst>
              </a:tr>
              <a:tr h="44181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急診預登錄系統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3/31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 完成預登錄介面設計</a:t>
                      </a:r>
                      <a:b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</a:b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12/31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 預登錄完成綠</a:t>
                      </a: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&gt;=30%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且到院分流時間</a:t>
                      </a: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&lt;=20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分鐘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465542"/>
                  </a:ext>
                </a:extLst>
              </a:tr>
              <a:tr h="44181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AI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檢傷系統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3/31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將</a:t>
                      </a: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AI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判讀與臨床流程串接</a:t>
                      </a:r>
                      <a:endParaRPr lang="en-US" altLang="zh-TW" dirty="0">
                        <a:latin typeface="Noto Sans HK" panose="020B0200000000000000" pitchFamily="34" charset="-120"/>
                        <a:ea typeface="Noto Sans HK" panose="020B0200000000000000" pitchFamily="34" charset="-12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12/31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檢傷結果與醫師意見醫治綠</a:t>
                      </a: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&gt;=75%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且判讀時間</a:t>
                      </a:r>
                      <a:r>
                        <a:rPr lang="en-US" altLang="zh-TW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&lt;=8</a:t>
                      </a:r>
                      <a:r>
                        <a:rPr lang="zh-TW" altLang="en-US" dirty="0">
                          <a:latin typeface="Noto Sans HK" panose="020B0200000000000000" pitchFamily="34" charset="-120"/>
                          <a:ea typeface="Noto Sans HK" panose="020B0200000000000000" pitchFamily="34" charset="-120"/>
                        </a:rPr>
                        <a:t>分鐘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191175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FDAA3BB7-3830-C7DE-78F9-F4303DE15AB9}"/>
              </a:ext>
            </a:extLst>
          </p:cNvPr>
          <p:cNvSpPr txBox="1"/>
          <p:nvPr/>
        </p:nvSpPr>
        <p:spPr>
          <a:xfrm>
            <a:off x="884903" y="1615402"/>
            <a:ext cx="2435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AI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工程師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冠志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前後端工程師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 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芸秀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PM: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王薇</a:t>
            </a:r>
          </a:p>
        </p:txBody>
      </p:sp>
    </p:spTree>
    <p:extLst>
      <p:ext uri="{BB962C8B-B14F-4D97-AF65-F5344CB8AC3E}">
        <p14:creationId xmlns:p14="http://schemas.microsoft.com/office/powerpoint/2010/main" val="333331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C5DAAC5F-3380-D2FD-C803-40CA92E23538}"/>
              </a:ext>
            </a:extLst>
          </p:cNvPr>
          <p:cNvSpPr/>
          <p:nvPr/>
        </p:nvSpPr>
        <p:spPr>
          <a:xfrm>
            <a:off x="336756" y="3217611"/>
            <a:ext cx="1288026" cy="560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家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受傷地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0C6D4F-6AF6-A907-52C6-0208BA43592C}"/>
              </a:ext>
            </a:extLst>
          </p:cNvPr>
          <p:cNvSpPr/>
          <p:nvPr/>
        </p:nvSpPr>
        <p:spPr>
          <a:xfrm>
            <a:off x="2669455" y="3217611"/>
            <a:ext cx="1229034" cy="5604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000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檢傷</a:t>
            </a:r>
            <a:endParaRPr lang="en-US" altLang="zh-TW" b="1" dirty="0">
              <a:solidFill>
                <a:srgbClr val="FF0000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algn="ctr"/>
            <a:r>
              <a:rPr lang="zh-TW" altLang="en-US" b="1" dirty="0">
                <a:solidFill>
                  <a:srgbClr val="FF000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護理站站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7650B6B-5DD1-4E99-1F22-AA5B00494BC3}"/>
              </a:ext>
            </a:extLst>
          </p:cNvPr>
          <p:cNvSpPr/>
          <p:nvPr/>
        </p:nvSpPr>
        <p:spPr>
          <a:xfrm>
            <a:off x="4650654" y="3217611"/>
            <a:ext cx="1229033" cy="560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掛號櫃台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BD30913-F103-6D45-65CD-69FCCD374918}"/>
              </a:ext>
            </a:extLst>
          </p:cNvPr>
          <p:cNvSpPr/>
          <p:nvPr/>
        </p:nvSpPr>
        <p:spPr>
          <a:xfrm>
            <a:off x="6548279" y="3217611"/>
            <a:ext cx="1229033" cy="560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就診區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8F9A5C1-B7E1-6C65-6F56-60C4DD328384}"/>
              </a:ext>
            </a:extLst>
          </p:cNvPr>
          <p:cNvSpPr/>
          <p:nvPr/>
        </p:nvSpPr>
        <p:spPr>
          <a:xfrm>
            <a:off x="8445904" y="3227443"/>
            <a:ext cx="1229033" cy="560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住院留院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E36D52C-3E96-7AA2-0F1C-33194D0C923C}"/>
              </a:ext>
            </a:extLst>
          </p:cNvPr>
          <p:cNvSpPr/>
          <p:nvPr/>
        </p:nvSpPr>
        <p:spPr>
          <a:xfrm>
            <a:off x="10328786" y="3227443"/>
            <a:ext cx="1229033" cy="560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結帳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5AB4-FDC3-6B75-5435-5B6AAEA66B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624782" y="3497830"/>
            <a:ext cx="1044673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AA76A6BE-9AE6-D40C-8EF5-AE615D99314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898489" y="3497830"/>
            <a:ext cx="75216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C24EB73-3833-8C52-1722-FC88D470C1D8}"/>
              </a:ext>
            </a:extLst>
          </p:cNvPr>
          <p:cNvCxnSpPr/>
          <p:nvPr/>
        </p:nvCxnSpPr>
        <p:spPr>
          <a:xfrm>
            <a:off x="5879687" y="3497830"/>
            <a:ext cx="66859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0B834516-0183-AD48-3677-78200E3834C7}"/>
              </a:ext>
            </a:extLst>
          </p:cNvPr>
          <p:cNvCxnSpPr>
            <a:cxnSpLocks/>
          </p:cNvCxnSpPr>
          <p:nvPr/>
        </p:nvCxnSpPr>
        <p:spPr>
          <a:xfrm>
            <a:off x="7777312" y="3510120"/>
            <a:ext cx="66859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E5F0BCE-EEFD-CF7D-B1D1-2F239A009C38}"/>
              </a:ext>
            </a:extLst>
          </p:cNvPr>
          <p:cNvCxnSpPr>
            <a:cxnSpLocks/>
          </p:cNvCxnSpPr>
          <p:nvPr/>
        </p:nvCxnSpPr>
        <p:spPr>
          <a:xfrm>
            <a:off x="9674937" y="3507662"/>
            <a:ext cx="66859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91142A9-EEDD-0E72-BA13-9C79A9B24FD4}"/>
              </a:ext>
            </a:extLst>
          </p:cNvPr>
          <p:cNvSpPr/>
          <p:nvPr/>
        </p:nvSpPr>
        <p:spPr>
          <a:xfrm>
            <a:off x="2477729" y="975855"/>
            <a:ext cx="9409470" cy="490628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D7FFCC3-0717-222A-6A53-B63A521A5CBD}"/>
              </a:ext>
            </a:extLst>
          </p:cNvPr>
          <p:cNvSpPr txBox="1"/>
          <p:nvPr/>
        </p:nvSpPr>
        <p:spPr>
          <a:xfrm>
            <a:off x="10943302" y="11331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Noto Sans HK" panose="020B0200000000000000" pitchFamily="34" charset="-120"/>
                <a:ea typeface="Noto Sans HK" panose="020B0200000000000000" pitchFamily="34" charset="-120"/>
              </a:rPr>
              <a:t>急診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648A96C-1D31-264E-5ECA-840029B0A885}"/>
              </a:ext>
            </a:extLst>
          </p:cNvPr>
          <p:cNvSpPr txBox="1"/>
          <p:nvPr/>
        </p:nvSpPr>
        <p:spPr>
          <a:xfrm>
            <a:off x="1624782" y="308394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預登錄</a:t>
            </a:r>
          </a:p>
        </p:txBody>
      </p:sp>
    </p:spTree>
    <p:extLst>
      <p:ext uri="{BB962C8B-B14F-4D97-AF65-F5344CB8AC3E}">
        <p14:creationId xmlns:p14="http://schemas.microsoft.com/office/powerpoint/2010/main" val="273014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AEB99CF-FBFD-9C43-5140-FE3E37460E05}"/>
              </a:ext>
            </a:extLst>
          </p:cNvPr>
          <p:cNvSpPr txBox="1"/>
          <p:nvPr/>
        </p:nvSpPr>
        <p:spPr>
          <a:xfrm>
            <a:off x="443345" y="304801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馬偕醫院急診室行動資訊站</a:t>
            </a:r>
          </a:p>
        </p:txBody>
      </p:sp>
      <p:pic>
        <p:nvPicPr>
          <p:cNvPr id="6" name="圖片 5" descr="一張含有 文字, 螢幕擷取畫面, 作業系統, 電腦圖示 的圖片&#10;&#10;AI 產生的內容可能不正確。">
            <a:extLst>
              <a:ext uri="{FF2B5EF4-FFF2-40B4-BE49-F238E27FC236}">
                <a16:creationId xmlns:a16="http://schemas.microsoft.com/office/drawing/2014/main" id="{B70BF4CE-2288-910B-65E0-08C0AD01A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6" y="1025237"/>
            <a:ext cx="2392157" cy="5186218"/>
          </a:xfrm>
          <a:prstGeom prst="rect">
            <a:avLst/>
          </a:prstGeom>
        </p:spPr>
      </p:pic>
      <p:pic>
        <p:nvPicPr>
          <p:cNvPr id="8" name="圖片 7" descr="一張含有 文字, 電子產品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603B5653-E72A-7B0B-87E0-E9E54B9B6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803" y="1025237"/>
            <a:ext cx="2392157" cy="518621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D3A5A18-2984-B8EC-C838-F23074EADF96}"/>
              </a:ext>
            </a:extLst>
          </p:cNvPr>
          <p:cNvSpPr txBox="1"/>
          <p:nvPr/>
        </p:nvSpPr>
        <p:spPr>
          <a:xfrm>
            <a:off x="6348042" y="1025237"/>
            <a:ext cx="54190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院區選擇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註冊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登入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登出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姓名、身分證、生日、手機號碼、住址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緊急連絡人、手機號碼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急診現況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紅燈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99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人以上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黃燈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70-98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人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綠燈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70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人以下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rgbClr val="FF0000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預辦掛號</a:t>
            </a:r>
            <a:endParaRPr lang="en-US" altLang="zh-TW" b="1" dirty="0">
              <a:solidFill>
                <a:srgbClr val="FF0000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我的現況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就醫狀態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飲食、檢查項目安排、後續動向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醫療團隊成員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報告進度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衛生教育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常見問答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意見反映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關於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版本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endParaRPr lang="zh-TW" altLang="en-US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C110B8-233A-CDD5-68DE-FC09EEE32199}"/>
              </a:ext>
            </a:extLst>
          </p:cNvPr>
          <p:cNvSpPr txBox="1"/>
          <p:nvPr/>
        </p:nvSpPr>
        <p:spPr>
          <a:xfrm>
            <a:off x="9057584" y="5949661"/>
            <a:ext cx="2781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u="sng" dirty="0">
                <a:highlight>
                  <a:srgbClr val="FFFF00"/>
                </a:highlight>
                <a:latin typeface="Noto Sans HK" panose="020B0200000000000000" pitchFamily="34" charset="-120"/>
                <a:ea typeface="Noto Sans HK" panose="020B0200000000000000" pitchFamily="34" charset="-120"/>
              </a:rPr>
              <a:t>*無法幫朋友或家人預辦急診掛號</a:t>
            </a:r>
          </a:p>
        </p:txBody>
      </p:sp>
    </p:spTree>
    <p:extLst>
      <p:ext uri="{BB962C8B-B14F-4D97-AF65-F5344CB8AC3E}">
        <p14:creationId xmlns:p14="http://schemas.microsoft.com/office/powerpoint/2010/main" val="21545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數字, 網頁 的圖片&#10;&#10;AI 產生的內容可能不正確。">
            <a:extLst>
              <a:ext uri="{FF2B5EF4-FFF2-40B4-BE49-F238E27FC236}">
                <a16:creationId xmlns:a16="http://schemas.microsoft.com/office/drawing/2014/main" id="{5E7006F6-44CB-0A12-F659-9A53889AC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10" y="563079"/>
            <a:ext cx="2643829" cy="5731844"/>
          </a:xfrm>
          <a:prstGeom prst="rect">
            <a:avLst/>
          </a:prstGeom>
        </p:spPr>
      </p:pic>
      <p:pic>
        <p:nvPicPr>
          <p:cNvPr id="7" name="圖片 6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D5DA2997-3CD5-26F4-6446-530475776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839" y="563077"/>
            <a:ext cx="2643829" cy="5731846"/>
          </a:xfrm>
          <a:prstGeom prst="rect">
            <a:avLst/>
          </a:prstGeom>
        </p:spPr>
      </p:pic>
      <p:pic>
        <p:nvPicPr>
          <p:cNvPr id="9" name="圖片 8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C6DEFBBA-8247-EF8A-BBF1-8DAB99897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667" y="563077"/>
            <a:ext cx="2643830" cy="5731847"/>
          </a:xfrm>
          <a:prstGeom prst="rect">
            <a:avLst/>
          </a:prstGeom>
        </p:spPr>
      </p:pic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1721260-9FB3-0A85-301C-96088758AA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495" y="563076"/>
            <a:ext cx="2643830" cy="573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網頁, 軟體 的圖片&#10;&#10;AI 產生的內容可能不正確。">
            <a:extLst>
              <a:ext uri="{FF2B5EF4-FFF2-40B4-BE49-F238E27FC236}">
                <a16:creationId xmlns:a16="http://schemas.microsoft.com/office/drawing/2014/main" id="{D9CB4E08-845B-75CD-43DC-7CA9D6D0F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5" y="567889"/>
            <a:ext cx="2528397" cy="5481587"/>
          </a:xfrm>
          <a:prstGeom prst="rect">
            <a:avLst/>
          </a:prstGeom>
        </p:spPr>
      </p:pic>
      <p:pic>
        <p:nvPicPr>
          <p:cNvPr id="11" name="圖片 10" descr="一張含有 文字, 螢幕擷取畫面, 網頁, 軟體 的圖片&#10;&#10;AI 產生的內容可能不正確。">
            <a:extLst>
              <a:ext uri="{FF2B5EF4-FFF2-40B4-BE49-F238E27FC236}">
                <a16:creationId xmlns:a16="http://schemas.microsoft.com/office/drawing/2014/main" id="{858DDF90-5283-D772-9EC0-0BFBD980C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662" y="567889"/>
            <a:ext cx="2528397" cy="548158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15730D-CDB3-744D-70DE-FE3EBB0F6E6D}"/>
              </a:ext>
            </a:extLst>
          </p:cNvPr>
          <p:cNvSpPr txBox="1"/>
          <p:nvPr/>
        </p:nvSpPr>
        <p:spPr>
          <a:xfrm>
            <a:off x="6679932" y="3059668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填寫完後送出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!</a:t>
            </a:r>
            <a:endParaRPr lang="zh-TW" altLang="en-US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242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90704C8-B3C0-84AF-A802-E2C8F7194E03}"/>
              </a:ext>
            </a:extLst>
          </p:cNvPr>
          <p:cNvSpPr txBox="1"/>
          <p:nvPr/>
        </p:nvSpPr>
        <p:spPr>
          <a:xfrm>
            <a:off x="443345" y="30480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三總便民幫手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90376D7-FA1D-98E8-CFC0-0E1589166348}"/>
              </a:ext>
            </a:extLst>
          </p:cNvPr>
          <p:cNvSpPr txBox="1"/>
          <p:nvPr/>
        </p:nvSpPr>
        <p:spPr>
          <a:xfrm>
            <a:off x="443345" y="766466"/>
            <a:ext cx="833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https://enews.tsgh.ndmctsgh.edu.tw/edm/content_detail.aspx?eid=1563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67F9D5-7789-8E76-1C05-9353810655EC}"/>
              </a:ext>
            </a:extLst>
          </p:cNvPr>
          <p:cNvSpPr txBox="1"/>
          <p:nvPr/>
        </p:nvSpPr>
        <p:spPr>
          <a:xfrm>
            <a:off x="443345" y="1474886"/>
            <a:ext cx="91624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院區選擇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註冊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登入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登出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姓名、身分證、生日、手機號碼、住址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急診現況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預約掛號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我的現況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檢驗數據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互動衛教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健康存摺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結合衛服部健康存摺服務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離院服務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: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價目表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優免身分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5834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7CA6-2B03-D52B-D684-553E3224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5C24C90-C489-64D6-D3C9-341DB9B2981E}"/>
              </a:ext>
            </a:extLst>
          </p:cNvPr>
          <p:cNvSpPr txBox="1"/>
          <p:nvPr/>
        </p:nvSpPr>
        <p:spPr>
          <a:xfrm>
            <a:off x="443345" y="1114668"/>
            <a:ext cx="91624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急診掛號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視覺化主訴勾選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有助於檢傷分類的題目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主訴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過敏史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/TOCC…)</a:t>
            </a: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預估抵達時間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上傳功能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外傷照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轉診單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藥單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…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等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自動檢傷功能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     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-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rule-based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個資加密</a:t>
            </a: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病人使用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簡單易用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問題不能太多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/APP?/</a:t>
            </a:r>
            <a:r>
              <a:rPr lang="zh-TW" altLang="en-US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字體大小</a:t>
            </a:r>
            <a:r>
              <a:rPr lang="en-US" altLang="zh-TW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729063-3E9D-9640-D4E2-CCE3875B308B}"/>
              </a:ext>
            </a:extLst>
          </p:cNvPr>
          <p:cNvSpPr txBox="1"/>
          <p:nvPr/>
        </p:nvSpPr>
        <p:spPr>
          <a:xfrm>
            <a:off x="443345" y="30480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可能還需要</a:t>
            </a:r>
            <a:r>
              <a:rPr lang="en-US" altLang="zh-TW" sz="24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…</a:t>
            </a:r>
            <a:endParaRPr lang="zh-TW" altLang="en-US" sz="2400" b="1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44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5DD4947-E9BF-36F5-3A48-14BDF5A89851}"/>
              </a:ext>
            </a:extLst>
          </p:cNvPr>
          <p:cNvSpPr txBox="1"/>
          <p:nvPr/>
        </p:nvSpPr>
        <p:spPr>
          <a:xfrm>
            <a:off x="737420" y="1022554"/>
            <a:ext cx="59554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Input/output</a:t>
            </a: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檢傷護理站能夠提供的資料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幾例去作預訓練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檢傷流程、快速判斷的方法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預登錄系統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手機版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、檢傷系統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電腦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?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 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是否能夠不須先輸入個資、最後用條碼去跟急診人員確認</a:t>
            </a:r>
            <a:endParaRPr lang="en-US" altLang="zh-TW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  <a:p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是否需提供急診人數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(</a:t>
            </a:r>
            <a:r>
              <a:rPr lang="zh-TW" altLang="en-US" dirty="0">
                <a:latin typeface="Noto Sans HK" panose="020B0200000000000000" pitchFamily="34" charset="-120"/>
                <a:ea typeface="Noto Sans HK" panose="020B0200000000000000" pitchFamily="34" charset="-120"/>
              </a:rPr>
              <a:t>這就需要醫院提供資料</a:t>
            </a:r>
            <a:r>
              <a:rPr lang="en-US" altLang="zh-TW" dirty="0">
                <a:latin typeface="Noto Sans HK" panose="020B0200000000000000" pitchFamily="34" charset="-120"/>
                <a:ea typeface="Noto Sans HK" panose="020B0200000000000000" pitchFamily="34" charset="-120"/>
              </a:rPr>
              <a:t>)</a:t>
            </a:r>
            <a:endParaRPr lang="zh-TW" altLang="en-US" dirty="0"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758FDC-2B03-0EE1-718C-AD2985CC8833}"/>
              </a:ext>
            </a:extLst>
          </p:cNvPr>
          <p:cNvSpPr txBox="1"/>
          <p:nvPr/>
        </p:nvSpPr>
        <p:spPr>
          <a:xfrm>
            <a:off x="443345" y="30480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Noto Sans HK" panose="020B0200000000000000" pitchFamily="34" charset="-120"/>
                <a:ea typeface="Noto Sans HK" panose="020B0200000000000000" pitchFamily="34" charset="-120"/>
              </a:rPr>
              <a:t>待確認事項</a:t>
            </a:r>
          </a:p>
        </p:txBody>
      </p:sp>
    </p:spTree>
    <p:extLst>
      <p:ext uri="{BB962C8B-B14F-4D97-AF65-F5344CB8AC3E}">
        <p14:creationId xmlns:p14="http://schemas.microsoft.com/office/powerpoint/2010/main" val="329369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461</Words>
  <Application>Microsoft Office PowerPoint</Application>
  <PresentationFormat>寬螢幕</PresentationFormat>
  <Paragraphs>71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Noto Sans HK</vt:lpstr>
      <vt:lpstr>Aptos</vt:lpstr>
      <vt:lpstr>Aptos Display</vt:lpstr>
      <vt:lpstr>Arial</vt:lpstr>
      <vt:lpstr>Office 佈景主題</vt:lpstr>
      <vt:lpstr>怡仁 – 急診預登錄/檢傷系統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service</dc:creator>
  <cp:lastModifiedBy>service</cp:lastModifiedBy>
  <cp:revision>8</cp:revision>
  <dcterms:created xsi:type="dcterms:W3CDTF">2025-12-26T08:06:12Z</dcterms:created>
  <dcterms:modified xsi:type="dcterms:W3CDTF">2026-01-09T03:28:51Z</dcterms:modified>
</cp:coreProperties>
</file>